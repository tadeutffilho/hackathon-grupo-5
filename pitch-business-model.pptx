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QuitAI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lado de quem precisa — não de quem cobra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274320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971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 &amp; proposta de valor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5  ·  Hackathon Orla Tech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 é enorme — e real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Superendividamento é a realidade de milhões de brasileiros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2651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00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brasileiros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negativos ou endividados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651760" cy="26517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600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35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&gt;50%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429000" y="260604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renda comprometida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1 a cada 3 famílias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2651760" cy="265176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600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14.181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09360" y="260604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 de repactuação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ninguém conhece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Serasa 2024 · FGV IBRE · Lei 14.181/2021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QuitAI faz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de IA 100% gratuito para quem mais precisa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15544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64008" cy="1554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1572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as dívidas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80160" y="19659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pelo risco real — pensão, aluguel, cartão — com base na Lei 14.181 e no impacto na vida do usuário.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463040"/>
            <a:ext cx="4114800" cy="15544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463040"/>
            <a:ext cx="64008" cy="1554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623560" y="1572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os direitos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623560" y="19659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o que a Lei do Superendividamento garante em linguagem simples: repactuação, mínimo existencial, prazo de 5 anos.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114800" cy="15544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00400"/>
            <a:ext cx="64008" cy="1554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💌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80160" y="33101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carta de negociação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0160" y="37033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personalizada com dados reais — nome, CPF, endereço, valor — pronta para enviar ao credor.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3200400"/>
            <a:ext cx="4114800" cy="15544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200400"/>
            <a:ext cx="64008" cy="1554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623560" y="33101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dados reais do BCB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623560" y="37033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 e taxas de juros do Banco Central em tempo real para comparações honestas e dicas de amortização.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o QuitAI — e não a concorrência?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Serasa, Acordo Certo e Renegociado são pagos pelos credores — o QuitAI é 100% do lado do usuário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150876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64008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39903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seu lado, não do credor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1947672"/>
            <a:ext cx="2432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Serasa e Acordo Certo são pagos por quem te cobra. Nós não temos relação com nenhum credor — a análise é 100% neutra.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51760" cy="15087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325880"/>
            <a:ext cx="64008" cy="1508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86200" y="139903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14.181 nativa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28416" y="1947672"/>
            <a:ext cx="2432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único app que explica seus direitos legais antes de sugerir qualquer ação — inclusive quando você NÃO precisa pagar.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51760" cy="1508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325880"/>
            <a:ext cx="64008" cy="1508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20840" y="139903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por risco real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63056" y="1947672"/>
            <a:ext cx="2432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por valor — mas por consequência. Primeiro o que pode te prender, depois o que pode te deixar sem casa ou sem luz.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651760" cy="150876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17520"/>
            <a:ext cx="64008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309067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de negociação pronta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3776" y="3639312"/>
            <a:ext cx="2432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formal com CPF, endereço e base legal, pronto pra enviar por WhatsApp ou baixar em PDF — grátis.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3017520"/>
            <a:ext cx="2651760" cy="15087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3017520"/>
            <a:ext cx="64008" cy="150876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28416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886200" y="309067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dívidas prescritas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28416" y="3639312"/>
            <a:ext cx="2432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 quando uma dívida tem mais de 5 anos e pode não ser mais exigível — evitando que você pague o que não deve.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3017520"/>
            <a:ext cx="2651760" cy="15087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3017520"/>
            <a:ext cx="64008" cy="1508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3056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720840" y="309067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 de verdade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163056" y="3639312"/>
            <a:ext cx="2432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assinatura, sem percentual da dívida, sem pegadinha. Você não paga nada — nem quando resolve a dívida.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o app é gratuito?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Cobrar de quem está endividado cria uma armadilha ética — e comercial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920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4752" y="1572768"/>
            <a:ext cx="640080" cy="6400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44752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3042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mensal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7157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R$30/mês de quem não tem como pagar suas dívidas.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90672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0392B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06040" cy="1920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9392" y="1572768"/>
            <a:ext cx="640080" cy="6400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9392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9000" y="23042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Descapitalização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7157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 dinheiro que deveria quitar dívidas com juros altos.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25312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0392B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26480" y="1463040"/>
            <a:ext cx="2606040" cy="1920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14032" y="1572768"/>
            <a:ext cx="640080" cy="6400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14032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63640" y="23042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27157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cancela antes de resolver — perde o app, mantém as dívidas.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8229600" cy="12344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566160"/>
            <a:ext cx="73152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639312"/>
            <a:ext cx="7818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resposta: app 100% gratuito.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receita vem de quem se beneficia do usuário resolvendo sua dívida — não do próprio usuário.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modelo de negócio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gratuito para o usuário  ·  Receita B2B via leads qualificados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371600" cy="1371600"/>
          </a:xfrm>
          <a:prstGeom prst="ellipse">
            <a:avLst/>
          </a:prstGeom>
          <a:solidFill>
            <a:srgbClr val="1B3A4B"/>
          </a:solidFill>
          <a:ln w="19050">
            <a:solidFill>
              <a:srgbClr val="4A7A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👤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Endividado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1463040"/>
            <a:ext cx="1371600" cy="1371600"/>
          </a:xfrm>
          <a:prstGeom prst="ellipse">
            <a:avLst/>
          </a:prstGeom>
          <a:solidFill>
            <a:srgbClr val="1B3A4B"/>
          </a:solidFill>
          <a:ln w="19050">
            <a:solidFill>
              <a:srgbClr val="4A7A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📱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29000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 + IA)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20840" y="1463040"/>
            <a:ext cx="1371600" cy="1371600"/>
          </a:xfrm>
          <a:prstGeom prst="ellipse">
            <a:avLst/>
          </a:prstGeom>
          <a:solidFill>
            <a:srgbClr val="1B3A4B"/>
          </a:solidFill>
          <a:ln w="19050">
            <a:solidFill>
              <a:srgbClr val="4A7A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🏢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92240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83080" y="2121408"/>
            <a:ext cx="16002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1828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gratuitamente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2121408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qualificado 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212848"/>
            <a:ext cx="192024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Paga por conversão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1051560"/>
          </a:xfrm>
          <a:prstGeom prst="rect">
            <a:avLst/>
          </a:prstGeom>
          <a:solidFill>
            <a:srgbClr val="1B3A4B"/>
          </a:solidFill>
          <a:ln w="12700">
            <a:solidFill>
              <a:srgbClr val="4A7A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40480"/>
            <a:ext cx="2606040" cy="8686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Usuário não paga nada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3840480"/>
            <a:ext cx="2606040" cy="8686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Plataformas já pagam por aquisição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3840480"/>
            <a:ext cx="2606040" cy="8686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Lead motivado converte mais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as plataformas vão pagar pelo nosso lead?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749040" cy="35661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Frio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 no Facebook ou Google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Não sabe exatamente o que deve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Não listou suas dívidas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Pode nem estar procurando renegociar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conversão: ~3–5%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CPA: R$ 150–400 por lead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3931920" cy="35661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43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Qualificado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ativo no QuitAI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19659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Sabe exatamente o que deve (e a quem)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4688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Dívidas mapeadas e priorizadas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971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Já gerou carta de negociação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4747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conversão esperada: ~20–30%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9776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justo: R$ 40–100 por lead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Um lead que mapeou suas dívidas e gerou carta de negociação converte ~5x mais — e isso justifica o ticket.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 — projeção conservadora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escalável à medida que a base de usuários cresce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91640"/>
                <a:gridCol w="1691640"/>
                <a:gridCol w="182880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Usuários ativos/mês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conversão para parceiro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qualificados/mês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médio por lead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mensal estimada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R$ 450.000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R$ 2,1M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Projeção ilustrativa. Ticket baseado em benchmarks de plataformas de renegociação brasileiras (Serasa, Creditas, QueroQuitar).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Parceiros potenciais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que já investem pesado em aquisição de clientes endividados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4630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545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70432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Serasa Limpa Nome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2103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plataforma de renegociação do Brasil. Mais de 150M de negativados cadastrados.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606040" cy="14630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01568" y="1545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005072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Desenrola Brasil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01568" y="2103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federal com 13M+ renegociações em 2023. Infraestrutura montada, demanda comprovada.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2606040" cy="14630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6208" y="1545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39712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Creditas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36208" y="2103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de crédito com foco em renegociação e crédito colateralizado.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2606040" cy="14630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3191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70432" y="3154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QueroQuitar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37490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dívidas com desconto — paga por lead que chega motivado.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063240"/>
            <a:ext cx="2606040" cy="14630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01568" y="3191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005072" y="3154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Renegociado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401568" y="37490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 de acordos com credores. Modelo de receita baseado em sucesso.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063240"/>
            <a:ext cx="2606040" cy="14630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36208" y="3191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39712" y="3154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36208" y="37490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gestora de crédito do Brasil — compra carteiras e precisa de contato com devedores.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agora?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vetores criaram a janela de oportunidade perfeita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0241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64008" cy="10241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99616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 14.181/2021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93852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 do superendividamento criou direitos formais — mas a população não sabe como usá-los. Um gap de educação financeira que a IA resolve em segundos.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10241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51760"/>
            <a:ext cx="64008" cy="10241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88336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71600" y="27432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Desenrola Brasil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12724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 federal acordou 13M+ brasileiros para a possibilidade de renegociar. A demanda existe — falta uma ferramenta acessível para o próximo passo.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102412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840480"/>
            <a:ext cx="64008" cy="10241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877056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71600" y="3931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acessível em escala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3159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como o Claude permitem oferecer orientação financeira personalizada para milhões — algo que antes exigia um consultor pago.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68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QuitAI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 para quem precisa.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Sustentável para quem investe na solução.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274320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6324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70M de endividados — mercado real e urgente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4015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 lado do usuário — não do credor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73989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Lead qualificado converte ~5x mais que anúncio frio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07822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Modelo B2B — receita sem cobrar de quem já está no limite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709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5  ·  Hackathon Orla Tech  ·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QuitAI — Modelo de Negócio</dc:title>
  <dc:subject>PptxGenJS Presentation</dc:subject>
  <dc:creator>Grupo 5 — Hackathon Orla Tech</dc:creator>
  <cp:lastModifiedBy>Grupo 5 — Hackathon Orla Tech</cp:lastModifiedBy>
  <cp:revision>1</cp:revision>
  <dcterms:created xsi:type="dcterms:W3CDTF">2026-06-20T12:51:16Z</dcterms:created>
  <dcterms:modified xsi:type="dcterms:W3CDTF">2026-06-20T12:51:16Z</dcterms:modified>
</cp:coreProperties>
</file>